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33" d="100"/>
          <a:sy n="33" d="100"/>
        </p:scale>
        <p:origin x="2606" y="10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na sudheesh" userId="4393bb96e439f954" providerId="LiveId" clId="{FD7BDE16-FD2E-4318-91EF-EC7E96C748A2}"/>
    <pc:docChg chg="undo custSel modSld">
      <pc:chgData name="anjana sudheesh" userId="4393bb96e439f954" providerId="LiveId" clId="{FD7BDE16-FD2E-4318-91EF-EC7E96C748A2}" dt="2026-07-05T14:50:03.770" v="16" actId="1076"/>
      <pc:docMkLst>
        <pc:docMk/>
      </pc:docMkLst>
      <pc:sldChg chg="addSp delSp modSp mod setBg addAnim delAnim setClrOvrMap">
        <pc:chgData name="anjana sudheesh" userId="4393bb96e439f954" providerId="LiveId" clId="{FD7BDE16-FD2E-4318-91EF-EC7E96C748A2}" dt="2026-07-05T14:49:43.122" v="12" actId="26606"/>
        <pc:sldMkLst>
          <pc:docMk/>
          <pc:sldMk cId="3068959291" sldId="256"/>
        </pc:sldMkLst>
        <pc:spChg chg="mod">
          <ac:chgData name="anjana sudheesh" userId="4393bb96e439f954" providerId="LiveId" clId="{FD7BDE16-FD2E-4318-91EF-EC7E96C748A2}" dt="2026-07-05T14:49:43.122" v="12" actId="26606"/>
          <ac:spMkLst>
            <pc:docMk/>
            <pc:sldMk cId="3068959291" sldId="256"/>
            <ac:spMk id="2" creationId="{C48535FD-3D03-4E3F-AE48-3E89073566A3}"/>
          </ac:spMkLst>
        </pc:spChg>
        <pc:spChg chg="mod">
          <ac:chgData name="anjana sudheesh" userId="4393bb96e439f954" providerId="LiveId" clId="{FD7BDE16-FD2E-4318-91EF-EC7E96C748A2}" dt="2026-07-05T14:49:43.122" v="12" actId="26606"/>
          <ac:spMkLst>
            <pc:docMk/>
            <pc:sldMk cId="3068959291" sldId="256"/>
            <ac:spMk id="3" creationId="{8BDE8BAD-EF8A-29BD-4BF1-92B66EB89886}"/>
          </ac:spMkLst>
        </pc:spChg>
        <pc:spChg chg="add del">
          <ac:chgData name="anjana sudheesh" userId="4393bb96e439f954" providerId="LiveId" clId="{FD7BDE16-FD2E-4318-91EF-EC7E96C748A2}" dt="2026-07-05T14:49:31.155" v="8" actId="26606"/>
          <ac:spMkLst>
            <pc:docMk/>
            <pc:sldMk cId="3068959291" sldId="256"/>
            <ac:spMk id="8" creationId="{4E1BEB12-92AF-4445-98AD-4C7756E7C93B}"/>
          </ac:spMkLst>
        </pc:spChg>
        <pc:spChg chg="add del">
          <ac:chgData name="anjana sudheesh" userId="4393bb96e439f954" providerId="LiveId" clId="{FD7BDE16-FD2E-4318-91EF-EC7E96C748A2}" dt="2026-07-05T14:49:43.122" v="12" actId="26606"/>
          <ac:spMkLst>
            <pc:docMk/>
            <pc:sldMk cId="3068959291" sldId="256"/>
            <ac:spMk id="9" creationId="{71B2258F-86CA-4D4D-8270-BC05FCDEBFB3}"/>
          </ac:spMkLst>
        </pc:spChg>
        <pc:spChg chg="add del">
          <ac:chgData name="anjana sudheesh" userId="4393bb96e439f954" providerId="LiveId" clId="{FD7BDE16-FD2E-4318-91EF-EC7E96C748A2}" dt="2026-07-05T14:49:31.155" v="8" actId="26606"/>
          <ac:spMkLst>
            <pc:docMk/>
            <pc:sldMk cId="3068959291" sldId="256"/>
            <ac:spMk id="10" creationId="{D0522C2C-7B5C-48A7-A969-03941E5D2E76}"/>
          </ac:spMkLst>
        </pc:spChg>
        <pc:spChg chg="add del">
          <ac:chgData name="anjana sudheesh" userId="4393bb96e439f954" providerId="LiveId" clId="{FD7BDE16-FD2E-4318-91EF-EC7E96C748A2}" dt="2026-07-05T14:49:31.155" v="8" actId="26606"/>
          <ac:spMkLst>
            <pc:docMk/>
            <pc:sldMk cId="3068959291" sldId="256"/>
            <ac:spMk id="12" creationId="{9C682A1A-5B2D-4111-BBD6-620165633E5B}"/>
          </ac:spMkLst>
        </pc:spChg>
        <pc:spChg chg="add del">
          <ac:chgData name="anjana sudheesh" userId="4393bb96e439f954" providerId="LiveId" clId="{FD7BDE16-FD2E-4318-91EF-EC7E96C748A2}" dt="2026-07-05T14:49:31.155" v="8" actId="26606"/>
          <ac:spMkLst>
            <pc:docMk/>
            <pc:sldMk cId="3068959291" sldId="256"/>
            <ac:spMk id="14" creationId="{D6EE29F2-D77F-4BD0-A20B-334D316A1C9D}"/>
          </ac:spMkLst>
        </pc:spChg>
        <pc:spChg chg="add del">
          <ac:chgData name="anjana sudheesh" userId="4393bb96e439f954" providerId="LiveId" clId="{FD7BDE16-FD2E-4318-91EF-EC7E96C748A2}" dt="2026-07-05T14:49:31.155" v="8" actId="26606"/>
          <ac:spMkLst>
            <pc:docMk/>
            <pc:sldMk cId="3068959291" sldId="256"/>
            <ac:spMk id="16" creationId="{22D09ED2-868F-42C6-866E-F92E0CEF314F}"/>
          </ac:spMkLst>
        </pc:spChg>
        <pc:picChg chg="add del">
          <ac:chgData name="anjana sudheesh" userId="4393bb96e439f954" providerId="LiveId" clId="{FD7BDE16-FD2E-4318-91EF-EC7E96C748A2}" dt="2026-07-05T14:49:43.122" v="12" actId="26606"/>
          <ac:picMkLst>
            <pc:docMk/>
            <pc:sldMk cId="3068959291" sldId="256"/>
            <ac:picMk id="5" creationId="{FF348F04-7512-CD0B-BAA5-A284A973F3AF}"/>
          </ac:picMkLst>
        </pc:picChg>
      </pc:sldChg>
      <pc:sldChg chg="addSp delSp modSp mod setBg">
        <pc:chgData name="anjana sudheesh" userId="4393bb96e439f954" providerId="LiveId" clId="{FD7BDE16-FD2E-4318-91EF-EC7E96C748A2}" dt="2026-07-05T14:49:44.573" v="13" actId="26606"/>
        <pc:sldMkLst>
          <pc:docMk/>
          <pc:sldMk cId="2620372731" sldId="257"/>
        </pc:sldMkLst>
        <pc:spChg chg="mod">
          <ac:chgData name="anjana sudheesh" userId="4393bb96e439f954" providerId="LiveId" clId="{FD7BDE16-FD2E-4318-91EF-EC7E96C748A2}" dt="2026-07-05T14:49:44.573" v="13" actId="26606"/>
          <ac:spMkLst>
            <pc:docMk/>
            <pc:sldMk cId="2620372731" sldId="257"/>
            <ac:spMk id="3" creationId="{5BD7FD97-B077-C423-8E0B-70E520C2266D}"/>
          </ac:spMkLst>
        </pc:spChg>
        <pc:spChg chg="add del">
          <ac:chgData name="anjana sudheesh" userId="4393bb96e439f954" providerId="LiveId" clId="{FD7BDE16-FD2E-4318-91EF-EC7E96C748A2}" dt="2026-07-05T14:49:44.573" v="13" actId="26606"/>
          <ac:spMkLst>
            <pc:docMk/>
            <pc:sldMk cId="2620372731" sldId="257"/>
            <ac:spMk id="8" creationId="{907EF6B7-1338-4443-8C46-6A318D952DFD}"/>
          </ac:spMkLst>
        </pc:spChg>
        <pc:spChg chg="add del">
          <ac:chgData name="anjana sudheesh" userId="4393bb96e439f954" providerId="LiveId" clId="{FD7BDE16-FD2E-4318-91EF-EC7E96C748A2}" dt="2026-07-05T14:49:44.573" v="13" actId="26606"/>
          <ac:spMkLst>
            <pc:docMk/>
            <pc:sldMk cId="2620372731" sldId="257"/>
            <ac:spMk id="10" creationId="{DAAE4CDD-124C-4DCF-9584-B6033B545DD5}"/>
          </ac:spMkLst>
        </pc:spChg>
        <pc:spChg chg="add del">
          <ac:chgData name="anjana sudheesh" userId="4393bb96e439f954" providerId="LiveId" clId="{FD7BDE16-FD2E-4318-91EF-EC7E96C748A2}" dt="2026-07-05T14:49:44.573" v="13" actId="26606"/>
          <ac:spMkLst>
            <pc:docMk/>
            <pc:sldMk cId="2620372731" sldId="257"/>
            <ac:spMk id="12" creationId="{081E4A58-353D-44AE-B2FC-2A74E2E400F7}"/>
          </ac:spMkLst>
        </pc:spChg>
      </pc:sldChg>
      <pc:sldChg chg="addSp delSp modSp mod setBg">
        <pc:chgData name="anjana sudheesh" userId="4393bb96e439f954" providerId="LiveId" clId="{FD7BDE16-FD2E-4318-91EF-EC7E96C748A2}" dt="2026-07-05T14:50:03.770" v="16" actId="1076"/>
        <pc:sldMkLst>
          <pc:docMk/>
          <pc:sldMk cId="3848862474" sldId="258"/>
        </pc:sldMkLst>
        <pc:spChg chg="mod">
          <ac:chgData name="anjana sudheesh" userId="4393bb96e439f954" providerId="LiveId" clId="{FD7BDE16-FD2E-4318-91EF-EC7E96C748A2}" dt="2026-07-05T14:49:50.964" v="14" actId="26606"/>
          <ac:spMkLst>
            <pc:docMk/>
            <pc:sldMk cId="3848862474" sldId="258"/>
            <ac:spMk id="3" creationId="{38F0205D-EA7C-CE32-B94C-806CC19B9FA6}"/>
          </ac:spMkLst>
        </pc:spChg>
        <pc:spChg chg="add del">
          <ac:chgData name="anjana sudheesh" userId="4393bb96e439f954" providerId="LiveId" clId="{FD7BDE16-FD2E-4318-91EF-EC7E96C748A2}" dt="2026-07-05T14:49:50.964" v="14" actId="26606"/>
          <ac:spMkLst>
            <pc:docMk/>
            <pc:sldMk cId="3848862474" sldId="258"/>
            <ac:spMk id="10" creationId="{D4771268-CB57-404A-9271-370EB28F6090}"/>
          </ac:spMkLst>
        </pc:spChg>
        <pc:picChg chg="add mod">
          <ac:chgData name="anjana sudheesh" userId="4393bb96e439f954" providerId="LiveId" clId="{FD7BDE16-FD2E-4318-91EF-EC7E96C748A2}" dt="2026-07-05T14:50:03.770" v="16" actId="1076"/>
          <ac:picMkLst>
            <pc:docMk/>
            <pc:sldMk cId="3848862474" sldId="258"/>
            <ac:picMk id="5" creationId="{DC5A5CE4-2D65-DED1-5FBD-4004E4A8186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467A-F4EE-44DD-7CC6-F6CFC087B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CF6B8-EC1F-01B1-CE02-4A9C40A0A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CBF28-9E25-4EB9-8203-BE1B4F7AD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6EFFC-8198-0EC8-FCDC-34A60B88D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2501B-B0DD-716C-FE07-4D5A5BC6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69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231B1-2753-F079-E77D-B8FBA24D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82F27-953B-C80C-8D97-48F2170F5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7286C-73A8-F09B-44FE-44AED911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3785A-7A4F-8DF6-45F3-51AB8909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296E5-C179-B006-C220-63AD6C4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05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0FE0-D2A8-91FF-B274-9728DC9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C9D3A-4363-FF9E-A6B0-58A97D5FD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930A8-B0F4-F0A5-F52A-A5FAE715F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CEF02-4F23-C51E-589E-98A5C1A6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03F46-5C9E-CCBC-EF1C-E7F10A45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57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7C4D-E30E-8B1A-99E6-EB08D894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75B4C-AB62-17D7-DE94-2080A6B28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8EDE8-5FF5-E928-A0E8-20B854278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C04F6-A3CE-B5B0-E899-48B51AE1C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495E9-642D-1690-EFC8-91A18A7A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AF485-A72C-A4BE-9E15-322FD1C0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506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77DB-209F-1ADC-424B-FBBDDB2F1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97C8F-2303-343A-219B-415AACC09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26D46-CAAA-B01B-17DB-063D74DD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6CE94-83F9-56D6-075F-DCA8F0E5F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01935-FC36-7AEA-655A-90FE1975F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1880B-F8B8-D0C0-D4C7-6EACE60D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1AE90-FD71-0F07-625E-8BC4A1DD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2BC1B4-5978-BFC6-9456-1061B8CF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39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31A5B-7F48-6E35-EA8E-C9F19F2A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5626F-78CF-D2FC-4505-4AC285CB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9A9D0-8410-3BC3-985C-B1E5CCB9B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BF8CD-3008-ED24-12FF-C6A454CE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03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A8F8A-8330-7EC6-E88D-22441F5C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E24DA-D213-63F4-FA27-DC3F0EF8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392D3-117F-7EDE-327D-1EC67AA6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87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814E-5897-D867-AE16-D0AB3A657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76670-55EE-3948-8EDE-9584B781D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8F86D-5263-DB84-1AAA-A4953093E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1C290-ED68-17D7-3788-1E74F654E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28546-A2A0-54A5-B5BB-A6C18EE4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81DD5-DDDC-EFFD-2A9B-C4D4495BB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69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D795-412E-7378-F0C3-F633ADF78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FE384-A336-68B1-D8BF-364E9D794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DF870-D71B-7403-9C54-2E3BA47F4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1DC6A-61D8-CB2A-6582-06F63AFD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5B9A8-12C7-DF14-7D95-4DC60CFDD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941BB-05CC-ACA3-1479-AED3990B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43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42C8-7495-2475-6B77-EBFF6F5E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22AE8-5899-574C-91B9-AD71FE810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AE9F3-9254-7F5D-5CC4-180C5544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2534D-8220-EDD7-7002-DCA7F3525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BF1D5-C8F4-8497-C20B-105EB9C9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51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91034-FAAA-C034-B752-370B7C8FB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E45F9-E4CA-6B75-FE85-00C619FC5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70AB2-CD79-2C84-F924-CABDD449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6ECD5-6150-C4D6-2513-7D7D76BF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15D4B-6AE2-0947-42AA-ED819D07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4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1FE1B-53A4-90FF-DC7F-310EE12A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590C1-DCA8-294A-9581-55A20B083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CE42-F6DD-63AA-A2A8-9A8F52CC0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092AA-0593-4688-99F6-3D52BBEEC7C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9F097-A4B5-B5F1-08DF-022BE54DF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4B4E-0445-E0A4-04E2-BA7CBA0C8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0F3EE-08F6-49AD-A1D9-E28535329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0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535FD-3D03-4E3F-AE48-3E89073566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Sales Performance Dashboard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E8BAD-EF8A-29BD-4BF1-92B66EB89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Submitted By </a:t>
            </a:r>
          </a:p>
          <a:p>
            <a:r>
              <a:rPr lang="en-IN"/>
              <a:t>ANJANA P 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959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D7FD97-B077-C423-8E0B-70E520C2266D}"/>
              </a:ext>
            </a:extLst>
          </p:cNvPr>
          <p:cNvSpPr txBox="1"/>
          <p:nvPr/>
        </p:nvSpPr>
        <p:spPr>
          <a:xfrm>
            <a:off x="1219200" y="1219201"/>
            <a:ext cx="100818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/>
              <a:t>Objective</a:t>
            </a:r>
          </a:p>
          <a:p>
            <a:pPr>
              <a:buNone/>
            </a:pPr>
            <a:endParaRPr lang="en-IN" b="1"/>
          </a:p>
          <a:p>
            <a:pPr>
              <a:buNone/>
            </a:pPr>
            <a:r>
              <a:rPr lang="en-IN" sz="2400"/>
              <a:t>The objective of this dashboard is to analyze sales performance and provide business insights through interactive visualizations.</a:t>
            </a:r>
          </a:p>
          <a:p>
            <a:pPr>
              <a:buNone/>
            </a:pPr>
            <a:endParaRPr lang="en-IN" sz="2400"/>
          </a:p>
          <a:p>
            <a:pPr>
              <a:buNone/>
            </a:pPr>
            <a:r>
              <a:rPr lang="en-IN" sz="2800" b="1"/>
              <a:t>Tool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/>
              <a:t>Microsoft Power BI </a:t>
            </a:r>
          </a:p>
          <a:p>
            <a:pPr>
              <a:buFont typeface="Arial" panose="020B0604020202020204" pitchFamily="34" charset="0"/>
              <a:buChar char="•"/>
            </a:pPr>
            <a:endParaRPr lang="en-IN"/>
          </a:p>
          <a:p>
            <a:pPr>
              <a:buNone/>
            </a:pPr>
            <a:r>
              <a:rPr lang="en-IN" sz="2800" b="1"/>
              <a:t>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/>
              <a:t>Sample Sales Dataset (CSV)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2037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F0205D-EA7C-CE32-B94C-806CC19B9FA6}"/>
              </a:ext>
            </a:extLst>
          </p:cNvPr>
          <p:cNvSpPr txBox="1"/>
          <p:nvPr/>
        </p:nvSpPr>
        <p:spPr>
          <a:xfrm>
            <a:off x="2203938" y="398584"/>
            <a:ext cx="7784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/>
              <a:t>Dashboard</a:t>
            </a:r>
            <a:r>
              <a:rPr lang="en-IN" sz="2800" b="1"/>
              <a:t> </a:t>
            </a:r>
            <a:r>
              <a:rPr lang="en-IN" sz="3200" b="1"/>
              <a:t>Overview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A5CE4-2D65-DED1-5FBD-4004E4A8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831" y="1423331"/>
            <a:ext cx="9214338" cy="401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6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74AED-8D89-5569-43FD-B31D94F55CAC}"/>
              </a:ext>
            </a:extLst>
          </p:cNvPr>
          <p:cNvSpPr txBox="1"/>
          <p:nvPr/>
        </p:nvSpPr>
        <p:spPr>
          <a:xfrm>
            <a:off x="1055077" y="820615"/>
            <a:ext cx="808892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/>
              <a:t>Dashboard Features</a:t>
            </a:r>
          </a:p>
          <a:p>
            <a:pPr algn="ctr">
              <a:buNone/>
            </a:pPr>
            <a:endParaRPr lang="en-I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KPI Cards (Sales, Profit, Quantity, Orders)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Monthly Sales Trend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Sales by 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Sales by 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Profit by 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Interactive Region and Category Filters</a:t>
            </a:r>
          </a:p>
        </p:txBody>
      </p:sp>
    </p:spTree>
    <p:extLst>
      <p:ext uri="{BB962C8B-B14F-4D97-AF65-F5344CB8AC3E}">
        <p14:creationId xmlns:p14="http://schemas.microsoft.com/office/powerpoint/2010/main" val="2715839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2A31AB-1AA7-5A54-2107-1E1F27DD71A3}"/>
              </a:ext>
            </a:extLst>
          </p:cNvPr>
          <p:cNvSpPr txBox="1"/>
          <p:nvPr/>
        </p:nvSpPr>
        <p:spPr>
          <a:xfrm>
            <a:off x="1289538" y="1155284"/>
            <a:ext cx="9753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/>
              <a:t>Business Insights</a:t>
            </a:r>
          </a:p>
          <a:p>
            <a:pPr algn="ctr">
              <a:buNone/>
            </a:pPr>
            <a:endParaRPr lang="en-IN" sz="3200" b="1" dirty="0"/>
          </a:p>
          <a:p>
            <a:pPr>
              <a:buNone/>
            </a:pPr>
            <a:r>
              <a:rPr lang="en-IN" sz="2800" b="1" dirty="0"/>
              <a:t>Key Findings</a:t>
            </a:r>
          </a:p>
          <a:p>
            <a:pPr>
              <a:buNone/>
            </a:pPr>
            <a:endParaRPr lang="en-I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Total Sales reached </a:t>
            </a:r>
            <a:r>
              <a:rPr lang="en-IN" sz="2400" b="1" dirty="0"/>
              <a:t>2M</a:t>
            </a:r>
            <a:r>
              <a:rPr lang="en-IN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Total Profit is </a:t>
            </a:r>
            <a:r>
              <a:rPr lang="en-IN" sz="2400" b="1" dirty="0"/>
              <a:t>538K</a:t>
            </a:r>
            <a:r>
              <a:rPr lang="en-IN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Total Quantity sold is </a:t>
            </a:r>
            <a:r>
              <a:rPr lang="en-IN" sz="2400" b="1" dirty="0"/>
              <a:t>1K</a:t>
            </a:r>
            <a:r>
              <a:rPr lang="en-IN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Sales fluctuate over different months.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West region generated the highest profit.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Office Supplies is the highest-selling category.</a:t>
            </a:r>
          </a:p>
        </p:txBody>
      </p:sp>
    </p:spTree>
    <p:extLst>
      <p:ext uri="{BB962C8B-B14F-4D97-AF65-F5344CB8AC3E}">
        <p14:creationId xmlns:p14="http://schemas.microsoft.com/office/powerpoint/2010/main" val="244484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687AFE-D9AC-0E3E-1858-B69BA9E31D80}"/>
              </a:ext>
            </a:extLst>
          </p:cNvPr>
          <p:cNvSpPr txBox="1"/>
          <p:nvPr/>
        </p:nvSpPr>
        <p:spPr>
          <a:xfrm>
            <a:off x="1172308" y="867508"/>
            <a:ext cx="984738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/>
              <a:t>Conclusion</a:t>
            </a:r>
          </a:p>
          <a:p>
            <a:pPr algn="ctr">
              <a:buNone/>
            </a:pPr>
            <a:endParaRPr lang="en-IN" sz="3200" b="1" dirty="0"/>
          </a:p>
          <a:p>
            <a:pPr>
              <a:buNone/>
            </a:pPr>
            <a:r>
              <a:rPr lang="en-IN" sz="2400" dirty="0"/>
              <a:t>This interactive Power BI dashboard helps business stakeholders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Monitor Sales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Compare Regional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Product Categories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Track Monthly Sales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Make better business decisions using interactive filters</a:t>
            </a:r>
          </a:p>
        </p:txBody>
      </p:sp>
    </p:spTree>
    <p:extLst>
      <p:ext uri="{BB962C8B-B14F-4D97-AF65-F5344CB8AC3E}">
        <p14:creationId xmlns:p14="http://schemas.microsoft.com/office/powerpoint/2010/main" val="193599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B1524-B77A-5B59-A0FF-722BDD8BA925}"/>
              </a:ext>
            </a:extLst>
          </p:cNvPr>
          <p:cNvSpPr txBox="1"/>
          <p:nvPr/>
        </p:nvSpPr>
        <p:spPr>
          <a:xfrm>
            <a:off x="4176275" y="2921168"/>
            <a:ext cx="38394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688382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Sales Performance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anjana sudheesh</dc:creator>
  <cp:lastModifiedBy>anjana sudheesh</cp:lastModifiedBy>
  <cp:revision>1</cp:revision>
  <dcterms:created xsi:type="dcterms:W3CDTF">2026-07-05T14:47:07Z</dcterms:created>
  <dcterms:modified xsi:type="dcterms:W3CDTF">2026-07-05T14:50:08Z</dcterms:modified>
</cp:coreProperties>
</file>